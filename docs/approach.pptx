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5f410a3fa04bc8" /><Relationship Type="http://schemas.openxmlformats.org/officeDocument/2006/relationships/extended-properties" Target="/docProps/app.xml" Id="R373899d730fa4e9f" /><Relationship Type="http://schemas.openxmlformats.org/officeDocument/2006/relationships/officeDocument" Target="/ppt/presentation.xml" Id="R9f86e9a94ad045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5faa46389d41e9"/>
  </p:sldMasterIdLst>
  <p:notesMasterIdLst>
    <p:notesMasterId xmlns:r="http://schemas.openxmlformats.org/officeDocument/2006/relationships" r:id="R25085b50b90845e7"/>
  </p:notesMasterIdLst>
  <p:sldIdLst>
    <p:sldId xmlns:r="http://schemas.openxmlformats.org/officeDocument/2006/relationships" id="256" r:id="R2547e74cfaa0488c"/>
    <p:sldId xmlns:r="http://schemas.openxmlformats.org/officeDocument/2006/relationships" id="257" r:id="Rd9ca295ba172463a"/>
    <p:sldId xmlns:r="http://schemas.openxmlformats.org/officeDocument/2006/relationships" id="258" r:id="R544e3cdaaebb4960"/>
    <p:sldId xmlns:r="http://schemas.openxmlformats.org/officeDocument/2006/relationships" id="259" r:id="Reb88cbfc912444c1"/>
    <p:sldId xmlns:r="http://schemas.openxmlformats.org/officeDocument/2006/relationships" id="260" r:id="R225b93ac2a814f11"/>
    <p:sldId xmlns:r="http://schemas.openxmlformats.org/officeDocument/2006/relationships" id="261" r:id="Rb871da81ca4c466d"/>
    <p:sldId xmlns:r="http://schemas.openxmlformats.org/officeDocument/2006/relationships" id="262" r:id="R71ac26f6ad4648da"/>
    <p:sldId xmlns:r="http://schemas.openxmlformats.org/officeDocument/2006/relationships" id="263" r:id="R71828a13394d42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6045bd765f4a22" /><Relationship Type="http://schemas.openxmlformats.org/officeDocument/2006/relationships/slideMaster" Target="/ppt/slideMasters/slideMaster1.xml" Id="Rae5faa46389d41e9" /><Relationship Type="http://schemas.openxmlformats.org/officeDocument/2006/relationships/notesMaster" Target="/ppt/notesMasters/notesMaster1.xml" Id="R25085b50b90845e7" /><Relationship Type="http://schemas.openxmlformats.org/officeDocument/2006/relationships/presProps" Target="/ppt/presProps.xml" Id="Rcca47a5aaa3245d6" /><Relationship Type="http://schemas.openxmlformats.org/officeDocument/2006/relationships/tableStyles" Target="/ppt/tableStyles.xml" Id="R279b6a1eda8c4226" /><Relationship Type="http://schemas.openxmlformats.org/officeDocument/2006/relationships/slide" Target="/ppt/slides/slide1.xml" Id="R2547e74cfaa0488c" /><Relationship Type="http://schemas.openxmlformats.org/officeDocument/2006/relationships/slide" Target="/ppt/slides/slide2.xml" Id="Rd9ca295ba172463a" /><Relationship Type="http://schemas.openxmlformats.org/officeDocument/2006/relationships/slide" Target="/ppt/slides/slide3.xml" Id="R544e3cdaaebb4960" /><Relationship Type="http://schemas.openxmlformats.org/officeDocument/2006/relationships/slide" Target="/ppt/slides/slide4.xml" Id="Reb88cbfc912444c1" /><Relationship Type="http://schemas.openxmlformats.org/officeDocument/2006/relationships/slide" Target="/ppt/slides/slide5.xml" Id="R225b93ac2a814f11" /><Relationship Type="http://schemas.openxmlformats.org/officeDocument/2006/relationships/slide" Target="/ppt/slides/slide6.xml" Id="Rb871da81ca4c466d" /><Relationship Type="http://schemas.openxmlformats.org/officeDocument/2006/relationships/slide" Target="/ppt/slides/slide7.xml" Id="R71ac26f6ad4648da" /><Relationship Type="http://schemas.openxmlformats.org/officeDocument/2006/relationships/slide" Target="/ppt/slides/slide8.xml" Id="R71828a13394d42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a0422f835a42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f6b9c0b4774adf" /><Relationship Type="http://schemas.openxmlformats.org/officeDocument/2006/relationships/notesMaster" Target="/ppt/notesMasters/notesMaster1.xml" Id="R6d6fc35b8e6141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da32d06dbe4d41" /><Relationship Type="http://schemas.openxmlformats.org/officeDocument/2006/relationships/notesMaster" Target="/ppt/notesMasters/notesMaster1.xml" Id="Re593e66fcf0b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b7ac44c94a4c62" /><Relationship Type="http://schemas.openxmlformats.org/officeDocument/2006/relationships/notesMaster" Target="/ppt/notesMasters/notesMaster1.xml" Id="R696e07ad5dd845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3941981e2345f9" /><Relationship Type="http://schemas.openxmlformats.org/officeDocument/2006/relationships/notesMaster" Target="/ppt/notesMasters/notesMaster1.xml" Id="Rfb989135ba194d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06be99689148ff" /><Relationship Type="http://schemas.openxmlformats.org/officeDocument/2006/relationships/notesMaster" Target="/ppt/notesMasters/notesMaster1.xml" Id="R54b5c0fcb2004f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f8ef4261ab48bb" /><Relationship Type="http://schemas.openxmlformats.org/officeDocument/2006/relationships/notesMaster" Target="/ppt/notesMasters/notesMaster1.xml" Id="Rb9c3ab3d132540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71151c47dc458e" /><Relationship Type="http://schemas.openxmlformats.org/officeDocument/2006/relationships/notesMaster" Target="/ppt/notesMasters/notesMaster1.xml" Id="Re3323f79284244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6b7da85b974b97" /><Relationship Type="http://schemas.openxmlformats.org/officeDocument/2006/relationships/notesMaster" Target="/ppt/notesMasters/notesMaster1.xml" Id="R38f0dd62d60245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c8fba126240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bb861e15943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a67e064ca4c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ddb1dc34441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49905b6f447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d5cbfacfb43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C9FC78-7890-4BFC-B755-3BA66A5EA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AD0A07-79CD-4322-9622-8DA493CEB3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571549-CBC4-4B2F-8E88-3D917AB7C0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66B34D-DEB0-48A3-A0CB-913D8DEAC4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5387A6-CAAE-4F73-8A42-1E152998BA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9D4C61-411F-43D5-BA78-8A5EAFD182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158EDF-DDDC-44D8-A983-FF91C8E09A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CA38E5-215E-45D7-A8CA-680348AE4B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D713F5-7F4C-44AE-83AA-02D1DCB08C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981108-5D5F-4C8D-8C0D-2B59BB93DE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6bef38ab9f4a9f" /><Relationship Type="http://schemas.openxmlformats.org/officeDocument/2006/relationships/slideLayout" Target="/ppt/slideLayouts/slideLayout1.xml" Id="R8d715403884442d1" /><Relationship Type="http://schemas.openxmlformats.org/officeDocument/2006/relationships/slideLayout" Target="/ppt/slideLayouts/slideLayout2.xml" Id="Rd4448fbbbb334d6c" /><Relationship Type="http://schemas.openxmlformats.org/officeDocument/2006/relationships/slideLayout" Target="/ppt/slideLayouts/slideLayout3.xml" Id="R678ae63ddbae4cf2" /><Relationship Type="http://schemas.openxmlformats.org/officeDocument/2006/relationships/slideLayout" Target="/ppt/slideLayouts/slideLayout4.xml" Id="R7535c1f6b1e74133" /><Relationship Type="http://schemas.openxmlformats.org/officeDocument/2006/relationships/slideLayout" Target="/ppt/slideLayouts/slideLayout5.xml" Id="R788aac412af84d7a" /><Relationship Type="http://schemas.openxmlformats.org/officeDocument/2006/relationships/slideLayout" Target="/ppt/slideLayouts/slideLayout6.xml" Id="R5c2016e5c66147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715403884442d1"/>
    <p:sldLayoutId xmlns:r="http://schemas.openxmlformats.org/officeDocument/2006/relationships" id="2147483650" r:id="Rd4448fbbbb334d6c"/>
    <p:sldLayoutId xmlns:r="http://schemas.openxmlformats.org/officeDocument/2006/relationships" id="2147483651" r:id="R678ae63ddbae4cf2"/>
    <p:sldLayoutId xmlns:r="http://schemas.openxmlformats.org/officeDocument/2006/relationships" id="2147483652" r:id="R7535c1f6b1e74133"/>
    <p:sldLayoutId xmlns:r="http://schemas.openxmlformats.org/officeDocument/2006/relationships" id="2147483653" r:id="R788aac412af84d7a"/>
    <p:sldLayoutId xmlns:r="http://schemas.openxmlformats.org/officeDocument/2006/relationships" id="2147483654" r:id="R5c2016e5c66147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ee3004f9044e0" /><Relationship Type="http://schemas.openxmlformats.org/officeDocument/2006/relationships/notesSlide" Target="/ppt/notesSlides/notesSlide1.xml" Id="R36088b4eedfb40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7a8ad0edc4799" /><Relationship Type="http://schemas.openxmlformats.org/officeDocument/2006/relationships/notesSlide" Target="/ppt/notesSlides/notesSlide2.xml" Id="R7991aa3476b8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99346f1b34c82" /><Relationship Type="http://schemas.openxmlformats.org/officeDocument/2006/relationships/notesSlide" Target="/ppt/notesSlides/notesSlide3.xml" Id="Re95a60bd315849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8087279f34847" /><Relationship Type="http://schemas.openxmlformats.org/officeDocument/2006/relationships/notesSlide" Target="/ppt/notesSlides/notesSlide4.xml" Id="Rcd85ea81d95742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9d7beaa8c94d3d" /><Relationship Type="http://schemas.openxmlformats.org/officeDocument/2006/relationships/notesSlide" Target="/ppt/notesSlides/notesSlide5.xml" Id="R7adc7476252347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436cc0cf542ec" /><Relationship Type="http://schemas.openxmlformats.org/officeDocument/2006/relationships/notesSlide" Target="/ppt/notesSlides/notesSlide6.xml" Id="R973e36b924c947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28354858934346" /><Relationship Type="http://schemas.openxmlformats.org/officeDocument/2006/relationships/notesSlide" Target="/ppt/notesSlides/notesSlide7.xml" Id="Ra37b82b5325042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63e98af40c4ac8" /><Relationship Type="http://schemas.openxmlformats.org/officeDocument/2006/relationships/notesSlide" Target="/ppt/notesSlides/notesSlide8.xml" Id="R50253b283c514f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CFB4F-F838-491B-9626-230249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FFFF"/>
                </a:solidFill>
              </a:defRPr>
            </a:defPPr>
            <a:lvl1pPr>
              <a:defRPr sz="3300">
                <a:solidFill>
                  <a:srgbClr val="FFFFFF"/>
                </a:solidFill>
              </a:defRPr>
            </a:lvl1pPr>
            <a:lvl2pPr>
              <a:defRPr sz="3300">
                <a:solidFill>
                  <a:srgbClr val="FFFFFF"/>
                </a:solidFill>
              </a:defRPr>
            </a:lvl2pPr>
            <a:lvl3pPr>
              <a:defRPr sz="3300">
                <a:solidFill>
                  <a:srgbClr val="FFFFFF"/>
                </a:solidFill>
              </a:defRPr>
            </a:lvl3pPr>
            <a:lvl4pPr>
              <a:defRPr sz="3300">
                <a:solidFill>
                  <a:srgbClr val="FFFFFF"/>
                </a:solidFill>
              </a:defRPr>
            </a:lvl4pPr>
            <a:lvl5pPr>
              <a:defRPr sz="3300">
                <a:solidFill>
                  <a:srgbClr val="FFFFFF"/>
                </a:solidFill>
              </a:defRPr>
            </a:lvl5pPr>
            <a:lvl6pPr>
              <a:defRPr sz="3300">
                <a:solidFill>
                  <a:srgbClr val="FFFFFF"/>
                </a:solidFill>
              </a:defRPr>
            </a:lvl6pPr>
            <a:lvl7pPr>
              <a:defRPr sz="3300">
                <a:solidFill>
                  <a:srgbClr val="FFFFFF"/>
                </a:solidFill>
              </a:defRPr>
            </a:lvl7pPr>
            <a:lvl8pPr>
              <a:defRPr sz="3300">
                <a:solidFill>
                  <a:srgbClr val="FFFFFF"/>
                </a:solidFill>
              </a:defRPr>
            </a:lvl8pPr>
            <a:lvl9pPr>
              <a:defRPr sz="33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>
                <a:solidFill>
                  <a:srgbClr val="FFFFFF"/>
                </a:solidFill>
              </a:defRPr>
            </a:pPr>
            <a:r>
              <a:rPr sz="3300">
                <a:solidFill>
                  <a:srgbClr val="FFFFFF"/>
                </a:solidFill>
              </a:rPr>
              <a:t>Two agents. One permission boundary.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504AC-227B-433E-A0AF-5D1DE206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75E2CE"/>
                </a:solidFill>
              </a:defRPr>
            </a:defPPr>
            <a:lvl1pPr>
              <a:defRPr sz="1725">
                <a:solidFill>
                  <a:srgbClr val="75E2CE"/>
                </a:solidFill>
              </a:defRPr>
            </a:lvl1pPr>
            <a:lvl2pPr>
              <a:defRPr sz="1725">
                <a:solidFill>
                  <a:srgbClr val="75E2CE"/>
                </a:solidFill>
              </a:defRPr>
            </a:lvl2pPr>
            <a:lvl3pPr>
              <a:defRPr sz="1725">
                <a:solidFill>
                  <a:srgbClr val="75E2CE"/>
                </a:solidFill>
              </a:defRPr>
            </a:lvl3pPr>
            <a:lvl4pPr>
              <a:defRPr sz="1725">
                <a:solidFill>
                  <a:srgbClr val="75E2CE"/>
                </a:solidFill>
              </a:defRPr>
            </a:lvl4pPr>
            <a:lvl5pPr>
              <a:defRPr sz="1725">
                <a:solidFill>
                  <a:srgbClr val="75E2CE"/>
                </a:solidFill>
              </a:defRPr>
            </a:lvl5pPr>
            <a:lvl6pPr>
              <a:defRPr sz="1725">
                <a:solidFill>
                  <a:srgbClr val="75E2CE"/>
                </a:solidFill>
              </a:defRPr>
            </a:lvl6pPr>
            <a:lvl7pPr>
              <a:defRPr sz="1725">
                <a:solidFill>
                  <a:srgbClr val="75E2CE"/>
                </a:solidFill>
              </a:defRPr>
            </a:lvl7pPr>
            <a:lvl8pPr>
              <a:defRPr sz="1725">
                <a:solidFill>
                  <a:srgbClr val="75E2CE"/>
                </a:solidFill>
              </a:defRPr>
            </a:lvl8pPr>
            <a:lvl9pPr>
              <a:defRPr sz="1725">
                <a:solidFill>
                  <a:srgbClr val="75E2CE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75E2CE"/>
                </a:solidFill>
              </a:defRPr>
            </a:pPr>
            <a:r>
              <a:rPr sz="1725">
                <a:solidFill>
                  <a:srgbClr val="75E2CE"/>
                </a:solidFill>
              </a:rPr>
              <a:t>Challenge 4 | LangGraph + A2A + OAuth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0D576-A45A-47FA-8D25-46DA6872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D3E0F0"/>
                </a:solidFill>
              </a:defRPr>
            </a:defPPr>
            <a:lvl1pPr>
              <a:defRPr sz="2025">
                <a:solidFill>
                  <a:srgbClr val="D3E0F0"/>
                </a:solidFill>
              </a:defRPr>
            </a:lvl1pPr>
            <a:lvl2pPr>
              <a:defRPr sz="2025">
                <a:solidFill>
                  <a:srgbClr val="D3E0F0"/>
                </a:solidFill>
              </a:defRPr>
            </a:lvl2pPr>
            <a:lvl3pPr>
              <a:defRPr sz="2025">
                <a:solidFill>
                  <a:srgbClr val="D3E0F0"/>
                </a:solidFill>
              </a:defRPr>
            </a:lvl3pPr>
            <a:lvl4pPr>
              <a:defRPr sz="2025">
                <a:solidFill>
                  <a:srgbClr val="D3E0F0"/>
                </a:solidFill>
              </a:defRPr>
            </a:lvl4pPr>
            <a:lvl5pPr>
              <a:defRPr sz="2025">
                <a:solidFill>
                  <a:srgbClr val="D3E0F0"/>
                </a:solidFill>
              </a:defRPr>
            </a:lvl5pPr>
            <a:lvl6pPr>
              <a:defRPr sz="2025">
                <a:solidFill>
                  <a:srgbClr val="D3E0F0"/>
                </a:solidFill>
              </a:defRPr>
            </a:lvl6pPr>
            <a:lvl7pPr>
              <a:defRPr sz="2025">
                <a:solidFill>
                  <a:srgbClr val="D3E0F0"/>
                </a:solidFill>
              </a:defRPr>
            </a:lvl7pPr>
            <a:lvl8pPr>
              <a:defRPr sz="2025">
                <a:solidFill>
                  <a:srgbClr val="D3E0F0"/>
                </a:solidFill>
              </a:defRPr>
            </a:lvl8pPr>
            <a:lvl9pPr>
              <a:defRPr sz="2025">
                <a:solidFill>
                  <a:srgbClr val="D3E0F0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A travel assistant delegates to an airline.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The airline independently verifies who authorized each action.</a:t>
            </a:r>
          </a:p>
        </p:txBody>
      </p:sp>
    </p:spTree>
    <p:extLst>
      <p:ext uri="{BB962C8B-B14F-4D97-AF65-F5344CB8AC3E}">
        <p14:creationId xmlns:p14="http://schemas.microsoft.com/office/powerpoint/2010/main" val="72912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E7CEB-CF1C-44B3-B87E-38D3C14A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FFFF"/>
                </a:solidFill>
              </a:defRPr>
            </a:defPPr>
            <a:lvl1pPr>
              <a:defRPr sz="3300">
                <a:solidFill>
                  <a:srgbClr val="FFFFFF"/>
                </a:solidFill>
              </a:defRPr>
            </a:lvl1pPr>
            <a:lvl2pPr>
              <a:defRPr sz="3300">
                <a:solidFill>
                  <a:srgbClr val="FFFFFF"/>
                </a:solidFill>
              </a:defRPr>
            </a:lvl2pPr>
            <a:lvl3pPr>
              <a:defRPr sz="3300">
                <a:solidFill>
                  <a:srgbClr val="FFFFFF"/>
                </a:solidFill>
              </a:defRPr>
            </a:lvl3pPr>
            <a:lvl4pPr>
              <a:defRPr sz="3300">
                <a:solidFill>
                  <a:srgbClr val="FFFFFF"/>
                </a:solidFill>
              </a:defRPr>
            </a:lvl4pPr>
            <a:lvl5pPr>
              <a:defRPr sz="3300">
                <a:solidFill>
                  <a:srgbClr val="FFFFFF"/>
                </a:solidFill>
              </a:defRPr>
            </a:lvl5pPr>
            <a:lvl6pPr>
              <a:defRPr sz="3300">
                <a:solidFill>
                  <a:srgbClr val="FFFFFF"/>
                </a:solidFill>
              </a:defRPr>
            </a:lvl6pPr>
            <a:lvl7pPr>
              <a:defRPr sz="3300">
                <a:solidFill>
                  <a:srgbClr val="FFFFFF"/>
                </a:solidFill>
              </a:defRPr>
            </a:lvl7pPr>
            <a:lvl8pPr>
              <a:defRPr sz="3300">
                <a:solidFill>
                  <a:srgbClr val="FFFFFF"/>
                </a:solidFill>
              </a:defRPr>
            </a:lvl8pPr>
            <a:lvl9pPr>
              <a:defRPr sz="33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>
                <a:solidFill>
                  <a:srgbClr val="FFFFFF"/>
                </a:solidFill>
              </a:defRPr>
            </a:pPr>
            <a:r>
              <a:rPr sz="3300">
                <a:solidFill>
                  <a:srgbClr val="FFFFFF"/>
                </a:solidFill>
              </a:rPr>
              <a:t>Three owners, separate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7912F-EBA9-4D8D-B5C2-C2FF36C2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75E2CE"/>
                </a:solidFill>
              </a:defRPr>
            </a:defPPr>
            <a:lvl1pPr>
              <a:defRPr sz="1725">
                <a:solidFill>
                  <a:srgbClr val="75E2CE"/>
                </a:solidFill>
              </a:defRPr>
            </a:lvl1pPr>
            <a:lvl2pPr>
              <a:defRPr sz="1725">
                <a:solidFill>
                  <a:srgbClr val="75E2CE"/>
                </a:solidFill>
              </a:defRPr>
            </a:lvl2pPr>
            <a:lvl3pPr>
              <a:defRPr sz="1725">
                <a:solidFill>
                  <a:srgbClr val="75E2CE"/>
                </a:solidFill>
              </a:defRPr>
            </a:lvl3pPr>
            <a:lvl4pPr>
              <a:defRPr sz="1725">
                <a:solidFill>
                  <a:srgbClr val="75E2CE"/>
                </a:solidFill>
              </a:defRPr>
            </a:lvl4pPr>
            <a:lvl5pPr>
              <a:defRPr sz="1725">
                <a:solidFill>
                  <a:srgbClr val="75E2CE"/>
                </a:solidFill>
              </a:defRPr>
            </a:lvl5pPr>
            <a:lvl6pPr>
              <a:defRPr sz="1725">
                <a:solidFill>
                  <a:srgbClr val="75E2CE"/>
                </a:solidFill>
              </a:defRPr>
            </a:lvl6pPr>
            <a:lvl7pPr>
              <a:defRPr sz="1725">
                <a:solidFill>
                  <a:srgbClr val="75E2CE"/>
                </a:solidFill>
              </a:defRPr>
            </a:lvl7pPr>
            <a:lvl8pPr>
              <a:defRPr sz="1725">
                <a:solidFill>
                  <a:srgbClr val="75E2CE"/>
                </a:solidFill>
              </a:defRPr>
            </a:lvl8pPr>
            <a:lvl9pPr>
              <a:defRPr sz="1725">
                <a:solidFill>
                  <a:srgbClr val="75E2CE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75E2CE"/>
                </a:solidFill>
              </a:defRPr>
            </a:pPr>
            <a:r>
              <a:rPr sz="1725">
                <a:solidFill>
                  <a:srgbClr val="75E2CE"/>
                </a:solidFill>
              </a:rPr>
              <a:t>A → B over HTTP; no shared database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08B51-5DE6-4BC4-B39F-3D3A803E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D3E0F0"/>
                </a:solidFill>
              </a:defRPr>
            </a:defPPr>
            <a:lvl1pPr>
              <a:defRPr sz="2025">
                <a:solidFill>
                  <a:srgbClr val="D3E0F0"/>
                </a:solidFill>
              </a:defRPr>
            </a:lvl1pPr>
            <a:lvl2pPr>
              <a:defRPr sz="2025">
                <a:solidFill>
                  <a:srgbClr val="D3E0F0"/>
                </a:solidFill>
              </a:defRPr>
            </a:lvl2pPr>
            <a:lvl3pPr>
              <a:defRPr sz="2025">
                <a:solidFill>
                  <a:srgbClr val="D3E0F0"/>
                </a:solidFill>
              </a:defRPr>
            </a:lvl3pPr>
            <a:lvl4pPr>
              <a:defRPr sz="2025">
                <a:solidFill>
                  <a:srgbClr val="D3E0F0"/>
                </a:solidFill>
              </a:defRPr>
            </a:lvl4pPr>
            <a:lvl5pPr>
              <a:defRPr sz="2025">
                <a:solidFill>
                  <a:srgbClr val="D3E0F0"/>
                </a:solidFill>
              </a:defRPr>
            </a:lvl5pPr>
            <a:lvl6pPr>
              <a:defRPr sz="2025">
                <a:solidFill>
                  <a:srgbClr val="D3E0F0"/>
                </a:solidFill>
              </a:defRPr>
            </a:lvl6pPr>
            <a:lvl7pPr>
              <a:defRPr sz="2025">
                <a:solidFill>
                  <a:srgbClr val="D3E0F0"/>
                </a:solidFill>
              </a:defRPr>
            </a:lvl7pPr>
            <a:lvl8pPr>
              <a:defRPr sz="2025">
                <a:solidFill>
                  <a:srgbClr val="D3E0F0"/>
                </a:solidFill>
              </a:defRPr>
            </a:lvl8pPr>
            <a:lvl9pPr>
              <a:defRPr sz="2025">
                <a:solidFill>
                  <a:srgbClr val="D3E0F0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Agent A: conversation, discovery, consent initiation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Keycloak: login, consent and signed token issuance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Agent B: authorization, flight inventory and bookings</a:t>
            </a:r>
          </a:p>
        </p:txBody>
      </p:sp>
    </p:spTree>
    <p:extLst>
      <p:ext uri="{BB962C8B-B14F-4D97-AF65-F5344CB8AC3E}">
        <p14:creationId xmlns:p14="http://schemas.microsoft.com/office/powerpoint/2010/main" val="479555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B8EF5-955A-4AB9-AF06-1FCD17B9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FFFF"/>
                </a:solidFill>
              </a:defRPr>
            </a:defPPr>
            <a:lvl1pPr>
              <a:defRPr sz="3300">
                <a:solidFill>
                  <a:srgbClr val="FFFFFF"/>
                </a:solidFill>
              </a:defRPr>
            </a:lvl1pPr>
            <a:lvl2pPr>
              <a:defRPr sz="3300">
                <a:solidFill>
                  <a:srgbClr val="FFFFFF"/>
                </a:solidFill>
              </a:defRPr>
            </a:lvl2pPr>
            <a:lvl3pPr>
              <a:defRPr sz="3300">
                <a:solidFill>
                  <a:srgbClr val="FFFFFF"/>
                </a:solidFill>
              </a:defRPr>
            </a:lvl3pPr>
            <a:lvl4pPr>
              <a:defRPr sz="3300">
                <a:solidFill>
                  <a:srgbClr val="FFFFFF"/>
                </a:solidFill>
              </a:defRPr>
            </a:lvl4pPr>
            <a:lvl5pPr>
              <a:defRPr sz="3300">
                <a:solidFill>
                  <a:srgbClr val="FFFFFF"/>
                </a:solidFill>
              </a:defRPr>
            </a:lvl5pPr>
            <a:lvl6pPr>
              <a:defRPr sz="3300">
                <a:solidFill>
                  <a:srgbClr val="FFFFFF"/>
                </a:solidFill>
              </a:defRPr>
            </a:lvl6pPr>
            <a:lvl7pPr>
              <a:defRPr sz="3300">
                <a:solidFill>
                  <a:srgbClr val="FFFFFF"/>
                </a:solidFill>
              </a:defRPr>
            </a:lvl7pPr>
            <a:lvl8pPr>
              <a:defRPr sz="3300">
                <a:solidFill>
                  <a:srgbClr val="FFFFFF"/>
                </a:solidFill>
              </a:defRPr>
            </a:lvl8pPr>
            <a:lvl9pPr>
              <a:defRPr sz="33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>
                <a:solidFill>
                  <a:srgbClr val="FFFFFF"/>
                </a:solidFill>
              </a:defRPr>
            </a:pPr>
            <a:r>
              <a:rPr sz="3300">
                <a:solidFill>
                  <a:srgbClr val="FFFFFF"/>
                </a:solidFill>
              </a:rPr>
              <a:t>A2A v0.3.0 · JSON-RPC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9E867-5D92-4818-95D8-755117A4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75E2CE"/>
                </a:solidFill>
              </a:defRPr>
            </a:defPPr>
            <a:lvl1pPr>
              <a:defRPr sz="1725">
                <a:solidFill>
                  <a:srgbClr val="75E2CE"/>
                </a:solidFill>
              </a:defRPr>
            </a:lvl1pPr>
            <a:lvl2pPr>
              <a:defRPr sz="1725">
                <a:solidFill>
                  <a:srgbClr val="75E2CE"/>
                </a:solidFill>
              </a:defRPr>
            </a:lvl2pPr>
            <a:lvl3pPr>
              <a:defRPr sz="1725">
                <a:solidFill>
                  <a:srgbClr val="75E2CE"/>
                </a:solidFill>
              </a:defRPr>
            </a:lvl3pPr>
            <a:lvl4pPr>
              <a:defRPr sz="1725">
                <a:solidFill>
                  <a:srgbClr val="75E2CE"/>
                </a:solidFill>
              </a:defRPr>
            </a:lvl4pPr>
            <a:lvl5pPr>
              <a:defRPr sz="1725">
                <a:solidFill>
                  <a:srgbClr val="75E2CE"/>
                </a:solidFill>
              </a:defRPr>
            </a:lvl5pPr>
            <a:lvl6pPr>
              <a:defRPr sz="1725">
                <a:solidFill>
                  <a:srgbClr val="75E2CE"/>
                </a:solidFill>
              </a:defRPr>
            </a:lvl6pPr>
            <a:lvl7pPr>
              <a:defRPr sz="1725">
                <a:solidFill>
                  <a:srgbClr val="75E2CE"/>
                </a:solidFill>
              </a:defRPr>
            </a:lvl7pPr>
            <a:lvl8pPr>
              <a:defRPr sz="1725">
                <a:solidFill>
                  <a:srgbClr val="75E2CE"/>
                </a:solidFill>
              </a:defRPr>
            </a:lvl8pPr>
            <a:lvl9pPr>
              <a:defRPr sz="1725">
                <a:solidFill>
                  <a:srgbClr val="75E2CE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75E2CE"/>
                </a:solidFill>
              </a:defRPr>
            </a:pPr>
            <a:r>
              <a:rPr sz="1725">
                <a:solidFill>
                  <a:srgbClr val="75E2CE"/>
                </a:solidFill>
              </a:rPr>
              <a:t>A deliberate synchronous subset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0A557-4E58-4D5F-80CA-05D3EFBB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D3E0F0"/>
                </a:solidFill>
              </a:defRPr>
            </a:defPPr>
            <a:lvl1pPr>
              <a:defRPr sz="2025">
                <a:solidFill>
                  <a:srgbClr val="D3E0F0"/>
                </a:solidFill>
              </a:defRPr>
            </a:lvl1pPr>
            <a:lvl2pPr>
              <a:defRPr sz="2025">
                <a:solidFill>
                  <a:srgbClr val="D3E0F0"/>
                </a:solidFill>
              </a:defRPr>
            </a:lvl2pPr>
            <a:lvl3pPr>
              <a:defRPr sz="2025">
                <a:solidFill>
                  <a:srgbClr val="D3E0F0"/>
                </a:solidFill>
              </a:defRPr>
            </a:lvl3pPr>
            <a:lvl4pPr>
              <a:defRPr sz="2025">
                <a:solidFill>
                  <a:srgbClr val="D3E0F0"/>
                </a:solidFill>
              </a:defRPr>
            </a:lvl4pPr>
            <a:lvl5pPr>
              <a:defRPr sz="2025">
                <a:solidFill>
                  <a:srgbClr val="D3E0F0"/>
                </a:solidFill>
              </a:defRPr>
            </a:lvl5pPr>
            <a:lvl6pPr>
              <a:defRPr sz="2025">
                <a:solidFill>
                  <a:srgbClr val="D3E0F0"/>
                </a:solidFill>
              </a:defRPr>
            </a:lvl6pPr>
            <a:lvl7pPr>
              <a:defRPr sz="2025">
                <a:solidFill>
                  <a:srgbClr val="D3E0F0"/>
                </a:solidFill>
              </a:defRPr>
            </a:lvl7pPr>
            <a:lvl8pPr>
              <a:defRPr sz="2025">
                <a:solidFill>
                  <a:srgbClr val="D3E0F0"/>
                </a:solidFill>
              </a:defRPr>
            </a:lvl8pPr>
            <a:lvl9pPr>
              <a:defRPr sz="2025">
                <a:solidFill>
                  <a:srgbClr val="D3E0F0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Agent Card advertises airline skills and OAuth metadata.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DataParts carry search, book and cancel operations.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Artifacts return results; tasks/get checks ownership.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Task cancellation and booking cancellation are distinct.</a:t>
            </a:r>
          </a:p>
        </p:txBody>
      </p:sp>
    </p:spTree>
    <p:extLst>
      <p:ext uri="{BB962C8B-B14F-4D97-AF65-F5344CB8AC3E}">
        <p14:creationId xmlns:p14="http://schemas.microsoft.com/office/powerpoint/2010/main" val="586572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B9F62-4E46-41F3-A20C-B6F3FA6D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FFFF"/>
                </a:solidFill>
              </a:defRPr>
            </a:defPPr>
            <a:lvl1pPr>
              <a:defRPr sz="3300">
                <a:solidFill>
                  <a:srgbClr val="FFFFFF"/>
                </a:solidFill>
              </a:defRPr>
            </a:lvl1pPr>
            <a:lvl2pPr>
              <a:defRPr sz="3300">
                <a:solidFill>
                  <a:srgbClr val="FFFFFF"/>
                </a:solidFill>
              </a:defRPr>
            </a:lvl2pPr>
            <a:lvl3pPr>
              <a:defRPr sz="3300">
                <a:solidFill>
                  <a:srgbClr val="FFFFFF"/>
                </a:solidFill>
              </a:defRPr>
            </a:lvl3pPr>
            <a:lvl4pPr>
              <a:defRPr sz="3300">
                <a:solidFill>
                  <a:srgbClr val="FFFFFF"/>
                </a:solidFill>
              </a:defRPr>
            </a:lvl4pPr>
            <a:lvl5pPr>
              <a:defRPr sz="3300">
                <a:solidFill>
                  <a:srgbClr val="FFFFFF"/>
                </a:solidFill>
              </a:defRPr>
            </a:lvl5pPr>
            <a:lvl6pPr>
              <a:defRPr sz="3300">
                <a:solidFill>
                  <a:srgbClr val="FFFFFF"/>
                </a:solidFill>
              </a:defRPr>
            </a:lvl6pPr>
            <a:lvl7pPr>
              <a:defRPr sz="3300">
                <a:solidFill>
                  <a:srgbClr val="FFFFFF"/>
                </a:solidFill>
              </a:defRPr>
            </a:lvl7pPr>
            <a:lvl8pPr>
              <a:defRPr sz="3300">
                <a:solidFill>
                  <a:srgbClr val="FFFFFF"/>
                </a:solidFill>
              </a:defRPr>
            </a:lvl8pPr>
            <a:lvl9pPr>
              <a:defRPr sz="33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>
                <a:solidFill>
                  <a:srgbClr val="FFFFFF"/>
                </a:solidFill>
              </a:defRPr>
            </a:pPr>
            <a:r>
              <a:rPr sz="3300">
                <a:solidFill>
                  <a:srgbClr val="FFFFFF"/>
                </a:solidFill>
              </a:rPr>
              <a:t>Permission comes from the airline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A8747-B6F9-43EE-BEF7-1F295962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75E2CE"/>
                </a:solidFill>
              </a:defRPr>
            </a:defPPr>
            <a:lvl1pPr>
              <a:defRPr sz="1725">
                <a:solidFill>
                  <a:srgbClr val="75E2CE"/>
                </a:solidFill>
              </a:defRPr>
            </a:lvl1pPr>
            <a:lvl2pPr>
              <a:defRPr sz="1725">
                <a:solidFill>
                  <a:srgbClr val="75E2CE"/>
                </a:solidFill>
              </a:defRPr>
            </a:lvl2pPr>
            <a:lvl3pPr>
              <a:defRPr sz="1725">
                <a:solidFill>
                  <a:srgbClr val="75E2CE"/>
                </a:solidFill>
              </a:defRPr>
            </a:lvl3pPr>
            <a:lvl4pPr>
              <a:defRPr sz="1725">
                <a:solidFill>
                  <a:srgbClr val="75E2CE"/>
                </a:solidFill>
              </a:defRPr>
            </a:lvl4pPr>
            <a:lvl5pPr>
              <a:defRPr sz="1725">
                <a:solidFill>
                  <a:srgbClr val="75E2CE"/>
                </a:solidFill>
              </a:defRPr>
            </a:lvl5pPr>
            <a:lvl6pPr>
              <a:defRPr sz="1725">
                <a:solidFill>
                  <a:srgbClr val="75E2CE"/>
                </a:solidFill>
              </a:defRPr>
            </a:lvl6pPr>
            <a:lvl7pPr>
              <a:defRPr sz="1725">
                <a:solidFill>
                  <a:srgbClr val="75E2CE"/>
                </a:solidFill>
              </a:defRPr>
            </a:lvl7pPr>
            <a:lvl8pPr>
              <a:defRPr sz="1725">
                <a:solidFill>
                  <a:srgbClr val="75E2CE"/>
                </a:solidFill>
              </a:defRPr>
            </a:lvl8pPr>
            <a:lvl9pPr>
              <a:defRPr sz="1725">
                <a:solidFill>
                  <a:srgbClr val="75E2CE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75E2CE"/>
                </a:solidFill>
              </a:defRPr>
            </a:pPr>
            <a:r>
              <a:rPr sz="1725">
                <a:solidFill>
                  <a:srgbClr val="75E2CE"/>
                </a:solidFill>
              </a:rPr>
              <a:t>Authorization Code + PKCE S256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29561-DD30-4723-9C19-8ECEE501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D3E0F0"/>
                </a:solidFill>
              </a:defRPr>
            </a:defPPr>
            <a:lvl1pPr>
              <a:defRPr sz="2025">
                <a:solidFill>
                  <a:srgbClr val="D3E0F0"/>
                </a:solidFill>
              </a:defRPr>
            </a:lvl1pPr>
            <a:lvl2pPr>
              <a:defRPr sz="2025">
                <a:solidFill>
                  <a:srgbClr val="D3E0F0"/>
                </a:solidFill>
              </a:defRPr>
            </a:lvl2pPr>
            <a:lvl3pPr>
              <a:defRPr sz="2025">
                <a:solidFill>
                  <a:srgbClr val="D3E0F0"/>
                </a:solidFill>
              </a:defRPr>
            </a:lvl3pPr>
            <a:lvl4pPr>
              <a:defRPr sz="2025">
                <a:solidFill>
                  <a:srgbClr val="D3E0F0"/>
                </a:solidFill>
              </a:defRPr>
            </a:lvl4pPr>
            <a:lvl5pPr>
              <a:defRPr sz="2025">
                <a:solidFill>
                  <a:srgbClr val="D3E0F0"/>
                </a:solidFill>
              </a:defRPr>
            </a:lvl5pPr>
            <a:lvl6pPr>
              <a:defRPr sz="2025">
                <a:solidFill>
                  <a:srgbClr val="D3E0F0"/>
                </a:solidFill>
              </a:defRPr>
            </a:lvl6pPr>
            <a:lvl7pPr>
              <a:defRPr sz="2025">
                <a:solidFill>
                  <a:srgbClr val="D3E0F0"/>
                </a:solidFill>
              </a:defRPr>
            </a:lvl7pPr>
            <a:lvl8pPr>
              <a:defRPr sz="2025">
                <a:solidFill>
                  <a:srgbClr val="D3E0F0"/>
                </a:solidFill>
              </a:defRPr>
            </a:lvl8pPr>
            <a:lvl9pPr>
              <a:defRPr sz="2025">
                <a:solidFill>
                  <a:srgbClr val="D3E0F0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A redirects the browser to Keycloak for consent.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State binds the callback to the session and pending operation.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A exchanges the code and keeps the token server-side.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B checks signature, issuer, audience, expiry, client and scope.</a:t>
            </a:r>
          </a:p>
        </p:txBody>
      </p:sp>
    </p:spTree>
    <p:extLst>
      <p:ext uri="{BB962C8B-B14F-4D97-AF65-F5344CB8AC3E}">
        <p14:creationId xmlns:p14="http://schemas.microsoft.com/office/powerpoint/2010/main" val="2100323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D361C-C398-4951-9380-07B5109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FFFF"/>
                </a:solidFill>
              </a:defRPr>
            </a:defPPr>
            <a:lvl1pPr>
              <a:defRPr sz="3300">
                <a:solidFill>
                  <a:srgbClr val="FFFFFF"/>
                </a:solidFill>
              </a:defRPr>
            </a:lvl1pPr>
            <a:lvl2pPr>
              <a:defRPr sz="3300">
                <a:solidFill>
                  <a:srgbClr val="FFFFFF"/>
                </a:solidFill>
              </a:defRPr>
            </a:lvl2pPr>
            <a:lvl3pPr>
              <a:defRPr sz="3300">
                <a:solidFill>
                  <a:srgbClr val="FFFFFF"/>
                </a:solidFill>
              </a:defRPr>
            </a:lvl3pPr>
            <a:lvl4pPr>
              <a:defRPr sz="3300">
                <a:solidFill>
                  <a:srgbClr val="FFFFFF"/>
                </a:solidFill>
              </a:defRPr>
            </a:lvl4pPr>
            <a:lvl5pPr>
              <a:defRPr sz="3300">
                <a:solidFill>
                  <a:srgbClr val="FFFFFF"/>
                </a:solidFill>
              </a:defRPr>
            </a:lvl5pPr>
            <a:lvl6pPr>
              <a:defRPr sz="3300">
                <a:solidFill>
                  <a:srgbClr val="FFFFFF"/>
                </a:solidFill>
              </a:defRPr>
            </a:lvl6pPr>
            <a:lvl7pPr>
              <a:defRPr sz="3300">
                <a:solidFill>
                  <a:srgbClr val="FFFFFF"/>
                </a:solidFill>
              </a:defRPr>
            </a:lvl7pPr>
            <a:lvl8pPr>
              <a:defRPr sz="3300">
                <a:solidFill>
                  <a:srgbClr val="FFFFFF"/>
                </a:solidFill>
              </a:defRPr>
            </a:lvl8pPr>
            <a:lvl9pPr>
              <a:defRPr sz="33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>
                <a:solidFill>
                  <a:srgbClr val="FFFFFF"/>
                </a:solidFill>
              </a:defRPr>
            </a:pPr>
            <a:r>
              <a:rPr sz="3300">
                <a:solidFill>
                  <a:srgbClr val="FFFFFF"/>
                </a:solidFill>
              </a:rPr>
              <a:t>LangGraph makes pauses explicit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0AE84-311C-4B8E-BAA2-C0B5125A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75E2CE"/>
                </a:solidFill>
              </a:defRPr>
            </a:defPPr>
            <a:lvl1pPr>
              <a:defRPr sz="1725">
                <a:solidFill>
                  <a:srgbClr val="75E2CE"/>
                </a:solidFill>
              </a:defRPr>
            </a:lvl1pPr>
            <a:lvl2pPr>
              <a:defRPr sz="1725">
                <a:solidFill>
                  <a:srgbClr val="75E2CE"/>
                </a:solidFill>
              </a:defRPr>
            </a:lvl2pPr>
            <a:lvl3pPr>
              <a:defRPr sz="1725">
                <a:solidFill>
                  <a:srgbClr val="75E2CE"/>
                </a:solidFill>
              </a:defRPr>
            </a:lvl3pPr>
            <a:lvl4pPr>
              <a:defRPr sz="1725">
                <a:solidFill>
                  <a:srgbClr val="75E2CE"/>
                </a:solidFill>
              </a:defRPr>
            </a:lvl4pPr>
            <a:lvl5pPr>
              <a:defRPr sz="1725">
                <a:solidFill>
                  <a:srgbClr val="75E2CE"/>
                </a:solidFill>
              </a:defRPr>
            </a:lvl5pPr>
            <a:lvl6pPr>
              <a:defRPr sz="1725">
                <a:solidFill>
                  <a:srgbClr val="75E2CE"/>
                </a:solidFill>
              </a:defRPr>
            </a:lvl6pPr>
            <a:lvl7pPr>
              <a:defRPr sz="1725">
                <a:solidFill>
                  <a:srgbClr val="75E2CE"/>
                </a:solidFill>
              </a:defRPr>
            </a:lvl7pPr>
            <a:lvl8pPr>
              <a:defRPr sz="1725">
                <a:solidFill>
                  <a:srgbClr val="75E2CE"/>
                </a:solidFill>
              </a:defRPr>
            </a:lvl8pPr>
            <a:lvl9pPr>
              <a:defRPr sz="1725">
                <a:solidFill>
                  <a:srgbClr val="75E2CE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75E2CE"/>
                </a:solidFill>
              </a:defRPr>
            </a:pPr>
            <a:r>
              <a:rPr sz="1725">
                <a:solidFill>
                  <a:srgbClr val="75E2CE"/>
                </a:solidFill>
              </a:rPr>
              <a:t>Consent → search → confirm → execute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6E845-0288-4EBE-9C04-56C195C7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D3E0F0"/>
                </a:solidFill>
              </a:defRPr>
            </a:defPPr>
            <a:lvl1pPr>
              <a:defRPr sz="2025">
                <a:solidFill>
                  <a:srgbClr val="D3E0F0"/>
                </a:solidFill>
              </a:defRPr>
            </a:lvl1pPr>
            <a:lvl2pPr>
              <a:defRPr sz="2025">
                <a:solidFill>
                  <a:srgbClr val="D3E0F0"/>
                </a:solidFill>
              </a:defRPr>
            </a:lvl2pPr>
            <a:lvl3pPr>
              <a:defRPr sz="2025">
                <a:solidFill>
                  <a:srgbClr val="D3E0F0"/>
                </a:solidFill>
              </a:defRPr>
            </a:lvl3pPr>
            <a:lvl4pPr>
              <a:defRPr sz="2025">
                <a:solidFill>
                  <a:srgbClr val="D3E0F0"/>
                </a:solidFill>
              </a:defRPr>
            </a:lvl4pPr>
            <a:lvl5pPr>
              <a:defRPr sz="2025">
                <a:solidFill>
                  <a:srgbClr val="D3E0F0"/>
                </a:solidFill>
              </a:defRPr>
            </a:lvl5pPr>
            <a:lvl6pPr>
              <a:defRPr sz="2025">
                <a:solidFill>
                  <a:srgbClr val="D3E0F0"/>
                </a:solidFill>
              </a:defRPr>
            </a:lvl6pPr>
            <a:lvl7pPr>
              <a:defRPr sz="2025">
                <a:solidFill>
                  <a:srgbClr val="D3E0F0"/>
                </a:solidFill>
              </a:defRPr>
            </a:lvl7pPr>
            <a:lvl8pPr>
              <a:defRPr sz="2025">
                <a:solidFill>
                  <a:srgbClr val="D3E0F0"/>
                </a:solidFill>
              </a:defRPr>
            </a:lvl8pPr>
            <a:lvl9pPr>
              <a:defRPr sz="2025">
                <a:solidFill>
                  <a:srgbClr val="D3E0F0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A interrupts for OAuth and concrete itinerary approval.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The same graph resumes after each browser interaction.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B uses a small deterministic execution graph.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Models never decide authorization or booking ownership.</a:t>
            </a:r>
          </a:p>
        </p:txBody>
      </p:sp>
    </p:spTree>
    <p:extLst>
      <p:ext uri="{BB962C8B-B14F-4D97-AF65-F5344CB8AC3E}">
        <p14:creationId xmlns:p14="http://schemas.microsoft.com/office/powerpoint/2010/main" val="1560836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88F1E-8882-4839-8D42-CE0FEB1C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FFFF"/>
                </a:solidFill>
              </a:defRPr>
            </a:defPPr>
            <a:lvl1pPr>
              <a:defRPr sz="3300">
                <a:solidFill>
                  <a:srgbClr val="FFFFFF"/>
                </a:solidFill>
              </a:defRPr>
            </a:lvl1pPr>
            <a:lvl2pPr>
              <a:defRPr sz="3300">
                <a:solidFill>
                  <a:srgbClr val="FFFFFF"/>
                </a:solidFill>
              </a:defRPr>
            </a:lvl2pPr>
            <a:lvl3pPr>
              <a:defRPr sz="3300">
                <a:solidFill>
                  <a:srgbClr val="FFFFFF"/>
                </a:solidFill>
              </a:defRPr>
            </a:lvl3pPr>
            <a:lvl4pPr>
              <a:defRPr sz="3300">
                <a:solidFill>
                  <a:srgbClr val="FFFFFF"/>
                </a:solidFill>
              </a:defRPr>
            </a:lvl4pPr>
            <a:lvl5pPr>
              <a:defRPr sz="3300">
                <a:solidFill>
                  <a:srgbClr val="FFFFFF"/>
                </a:solidFill>
              </a:defRPr>
            </a:lvl5pPr>
            <a:lvl6pPr>
              <a:defRPr sz="3300">
                <a:solidFill>
                  <a:srgbClr val="FFFFFF"/>
                </a:solidFill>
              </a:defRPr>
            </a:lvl6pPr>
            <a:lvl7pPr>
              <a:defRPr sz="3300">
                <a:solidFill>
                  <a:srgbClr val="FFFFFF"/>
                </a:solidFill>
              </a:defRPr>
            </a:lvl7pPr>
            <a:lvl8pPr>
              <a:defRPr sz="3300">
                <a:solidFill>
                  <a:srgbClr val="FFFFFF"/>
                </a:solidFill>
              </a:defRPr>
            </a:lvl8pPr>
            <a:lvl9pPr>
              <a:defRPr sz="33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>
                <a:solidFill>
                  <a:srgbClr val="FFFFFF"/>
                </a:solidFill>
              </a:defRPr>
            </a:pPr>
            <a:r>
              <a:rPr sz="3300">
                <a:solidFill>
                  <a:srgbClr val="FFFFFF"/>
                </a:solidFill>
              </a:rPr>
              <a:t>Book first. Ask again before cancelling.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06E03-C51B-40F9-876F-8007589F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75E2CE"/>
                </a:solidFill>
              </a:defRPr>
            </a:defPPr>
            <a:lvl1pPr>
              <a:defRPr sz="1725">
                <a:solidFill>
                  <a:srgbClr val="75E2CE"/>
                </a:solidFill>
              </a:defRPr>
            </a:lvl1pPr>
            <a:lvl2pPr>
              <a:defRPr sz="1725">
                <a:solidFill>
                  <a:srgbClr val="75E2CE"/>
                </a:solidFill>
              </a:defRPr>
            </a:lvl2pPr>
            <a:lvl3pPr>
              <a:defRPr sz="1725">
                <a:solidFill>
                  <a:srgbClr val="75E2CE"/>
                </a:solidFill>
              </a:defRPr>
            </a:lvl3pPr>
            <a:lvl4pPr>
              <a:defRPr sz="1725">
                <a:solidFill>
                  <a:srgbClr val="75E2CE"/>
                </a:solidFill>
              </a:defRPr>
            </a:lvl4pPr>
            <a:lvl5pPr>
              <a:defRPr sz="1725">
                <a:solidFill>
                  <a:srgbClr val="75E2CE"/>
                </a:solidFill>
              </a:defRPr>
            </a:lvl5pPr>
            <a:lvl6pPr>
              <a:defRPr sz="1725">
                <a:solidFill>
                  <a:srgbClr val="75E2CE"/>
                </a:solidFill>
              </a:defRPr>
            </a:lvl6pPr>
            <a:lvl7pPr>
              <a:defRPr sz="1725">
                <a:solidFill>
                  <a:srgbClr val="75E2CE"/>
                </a:solidFill>
              </a:defRPr>
            </a:lvl7pPr>
            <a:lvl8pPr>
              <a:defRPr sz="1725">
                <a:solidFill>
                  <a:srgbClr val="75E2CE"/>
                </a:solidFill>
              </a:defRPr>
            </a:lvl8pPr>
            <a:lvl9pPr>
              <a:defRPr sz="1725">
                <a:solidFill>
                  <a:srgbClr val="75E2CE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75E2CE"/>
                </a:solidFill>
              </a:defRPr>
            </a:pPr>
            <a:r>
              <a:rPr sz="1725">
                <a:solidFill>
                  <a:srgbClr val="75E2CE"/>
                </a:solidFill>
              </a:rPr>
              <a:t>BOM → DXB | AI233 | 19:00 | USD 240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F4BDC-0AC8-4553-8BE0-F7C82E56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D3E0F0"/>
                </a:solidFill>
              </a:defRPr>
            </a:defPPr>
            <a:lvl1pPr>
              <a:defRPr sz="2025">
                <a:solidFill>
                  <a:srgbClr val="D3E0F0"/>
                </a:solidFill>
              </a:defRPr>
            </a:lvl1pPr>
            <a:lvl2pPr>
              <a:defRPr sz="2025">
                <a:solidFill>
                  <a:srgbClr val="D3E0F0"/>
                </a:solidFill>
              </a:defRPr>
            </a:lvl2pPr>
            <a:lvl3pPr>
              <a:defRPr sz="2025">
                <a:solidFill>
                  <a:srgbClr val="D3E0F0"/>
                </a:solidFill>
              </a:defRPr>
            </a:lvl3pPr>
            <a:lvl4pPr>
              <a:defRPr sz="2025">
                <a:solidFill>
                  <a:srgbClr val="D3E0F0"/>
                </a:solidFill>
              </a:defRPr>
            </a:lvl4pPr>
            <a:lvl5pPr>
              <a:defRPr sz="2025">
                <a:solidFill>
                  <a:srgbClr val="D3E0F0"/>
                </a:solidFill>
              </a:defRPr>
            </a:lvl5pPr>
            <a:lvl6pPr>
              <a:defRPr sz="2025">
                <a:solidFill>
                  <a:srgbClr val="D3E0F0"/>
                </a:solidFill>
              </a:defRPr>
            </a:lvl6pPr>
            <a:lvl7pPr>
              <a:defRPr sz="2025">
                <a:solidFill>
                  <a:srgbClr val="D3E0F0"/>
                </a:solidFill>
              </a:defRPr>
            </a:lvl7pPr>
            <a:lvl8pPr>
              <a:defRPr sz="2025">
                <a:solidFill>
                  <a:srgbClr val="D3E0F0"/>
                </a:solidFill>
              </a:defRPr>
            </a:lvl8pPr>
            <a:lvl9pPr>
              <a:defRPr sz="2025">
                <a:solidFill>
                  <a:srgbClr val="D3E0F0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Initial grant: flights:search + flights:book.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B records the verified token subject as booking owner.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“Cancel it” triggers a fresh flights:cancel consent.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A sends no cancellation request before approval.</a:t>
            </a:r>
          </a:p>
        </p:txBody>
      </p:sp>
    </p:spTree>
    <p:extLst>
      <p:ext uri="{BB962C8B-B14F-4D97-AF65-F5344CB8AC3E}">
        <p14:creationId xmlns:p14="http://schemas.microsoft.com/office/powerpoint/2010/main" val="2974531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B1F36-EC88-4A2B-AE8C-A83AC82D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FFFF"/>
                </a:solidFill>
              </a:defRPr>
            </a:defPPr>
            <a:lvl1pPr>
              <a:defRPr sz="3300">
                <a:solidFill>
                  <a:srgbClr val="FFFFFF"/>
                </a:solidFill>
              </a:defRPr>
            </a:lvl1pPr>
            <a:lvl2pPr>
              <a:defRPr sz="3300">
                <a:solidFill>
                  <a:srgbClr val="FFFFFF"/>
                </a:solidFill>
              </a:defRPr>
            </a:lvl2pPr>
            <a:lvl3pPr>
              <a:defRPr sz="3300">
                <a:solidFill>
                  <a:srgbClr val="FFFFFF"/>
                </a:solidFill>
              </a:defRPr>
            </a:lvl3pPr>
            <a:lvl4pPr>
              <a:defRPr sz="3300">
                <a:solidFill>
                  <a:srgbClr val="FFFFFF"/>
                </a:solidFill>
              </a:defRPr>
            </a:lvl4pPr>
            <a:lvl5pPr>
              <a:defRPr sz="3300">
                <a:solidFill>
                  <a:srgbClr val="FFFFFF"/>
                </a:solidFill>
              </a:defRPr>
            </a:lvl5pPr>
            <a:lvl6pPr>
              <a:defRPr sz="3300">
                <a:solidFill>
                  <a:srgbClr val="FFFFFF"/>
                </a:solidFill>
              </a:defRPr>
            </a:lvl6pPr>
            <a:lvl7pPr>
              <a:defRPr sz="3300">
                <a:solidFill>
                  <a:srgbClr val="FFFFFF"/>
                </a:solidFill>
              </a:defRPr>
            </a:lvl7pPr>
            <a:lvl8pPr>
              <a:defRPr sz="3300">
                <a:solidFill>
                  <a:srgbClr val="FFFFFF"/>
                </a:solidFill>
              </a:defRPr>
            </a:lvl8pPr>
            <a:lvl9pPr>
              <a:defRPr sz="33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>
                <a:solidFill>
                  <a:srgbClr val="FFFFFF"/>
                </a:solidFill>
              </a:defRPr>
            </a:pPr>
            <a:r>
              <a:rPr sz="3300">
                <a:solidFill>
                  <a:srgbClr val="FFFFFF"/>
                </a:solidFill>
              </a:rPr>
              <a:t>Security checks have executable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55F79-9F19-44C4-8331-986AD886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75E2CE"/>
                </a:solidFill>
              </a:defRPr>
            </a:defPPr>
            <a:lvl1pPr>
              <a:defRPr sz="1725">
                <a:solidFill>
                  <a:srgbClr val="75E2CE"/>
                </a:solidFill>
              </a:defRPr>
            </a:lvl1pPr>
            <a:lvl2pPr>
              <a:defRPr sz="1725">
                <a:solidFill>
                  <a:srgbClr val="75E2CE"/>
                </a:solidFill>
              </a:defRPr>
            </a:lvl2pPr>
            <a:lvl3pPr>
              <a:defRPr sz="1725">
                <a:solidFill>
                  <a:srgbClr val="75E2CE"/>
                </a:solidFill>
              </a:defRPr>
            </a:lvl3pPr>
            <a:lvl4pPr>
              <a:defRPr sz="1725">
                <a:solidFill>
                  <a:srgbClr val="75E2CE"/>
                </a:solidFill>
              </a:defRPr>
            </a:lvl4pPr>
            <a:lvl5pPr>
              <a:defRPr sz="1725">
                <a:solidFill>
                  <a:srgbClr val="75E2CE"/>
                </a:solidFill>
              </a:defRPr>
            </a:lvl5pPr>
            <a:lvl6pPr>
              <a:defRPr sz="1725">
                <a:solidFill>
                  <a:srgbClr val="75E2CE"/>
                </a:solidFill>
              </a:defRPr>
            </a:lvl6pPr>
            <a:lvl7pPr>
              <a:defRPr sz="1725">
                <a:solidFill>
                  <a:srgbClr val="75E2CE"/>
                </a:solidFill>
              </a:defRPr>
            </a:lvl7pPr>
            <a:lvl8pPr>
              <a:defRPr sz="1725">
                <a:solidFill>
                  <a:srgbClr val="75E2CE"/>
                </a:solidFill>
              </a:defRPr>
            </a:lvl8pPr>
            <a:lvl9pPr>
              <a:defRPr sz="1725">
                <a:solidFill>
                  <a:srgbClr val="75E2CE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75E2CE"/>
                </a:solidFill>
              </a:defRPr>
            </a:pPr>
            <a:r>
              <a:rPr sz="1725">
                <a:solidFill>
                  <a:srgbClr val="75E2CE"/>
                </a:solidFill>
              </a:rPr>
              <a:t>Automated HTTP tests + live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2C531-9C2D-4A51-8D03-31231A35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D3E0F0"/>
                </a:solidFill>
              </a:defRPr>
            </a:defPPr>
            <a:lvl1pPr>
              <a:defRPr sz="2025">
                <a:solidFill>
                  <a:srgbClr val="D3E0F0"/>
                </a:solidFill>
              </a:defRPr>
            </a:lvl1pPr>
            <a:lvl2pPr>
              <a:defRPr sz="2025">
                <a:solidFill>
                  <a:srgbClr val="D3E0F0"/>
                </a:solidFill>
              </a:defRPr>
            </a:lvl2pPr>
            <a:lvl3pPr>
              <a:defRPr sz="2025">
                <a:solidFill>
                  <a:srgbClr val="D3E0F0"/>
                </a:solidFill>
              </a:defRPr>
            </a:lvl3pPr>
            <a:lvl4pPr>
              <a:defRPr sz="2025">
                <a:solidFill>
                  <a:srgbClr val="D3E0F0"/>
                </a:solidFill>
              </a:defRPr>
            </a:lvl4pPr>
            <a:lvl5pPr>
              <a:defRPr sz="2025">
                <a:solidFill>
                  <a:srgbClr val="D3E0F0"/>
                </a:solidFill>
              </a:defRPr>
            </a:lvl5pPr>
            <a:lvl6pPr>
              <a:defRPr sz="2025">
                <a:solidFill>
                  <a:srgbClr val="D3E0F0"/>
                </a:solidFill>
              </a:defRPr>
            </a:lvl6pPr>
            <a:lvl7pPr>
              <a:defRPr sz="2025">
                <a:solidFill>
                  <a:srgbClr val="D3E0F0"/>
                </a:solidFill>
              </a:defRPr>
            </a:lvl7pPr>
            <a:lvl8pPr>
              <a:defRPr sz="2025">
                <a:solidFill>
                  <a:srgbClr val="D3E0F0"/>
                </a:solidFill>
              </a:defRPr>
            </a:lvl8pPr>
            <a:lvl9pPr>
              <a:defRPr sz="2025">
                <a:solidFill>
                  <a:srgbClr val="D3E0F0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Signed test tokens cover bad claims and forged signatures.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Tests cover missing scopes, owner isolation and retry safety.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The browser / Keycloak run is a separate acceptance check.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OpenRouter model quality and latency need a live API key.</a:t>
            </a:r>
          </a:p>
        </p:txBody>
      </p:sp>
    </p:spTree>
    <p:extLst>
      <p:ext uri="{BB962C8B-B14F-4D97-AF65-F5344CB8AC3E}">
        <p14:creationId xmlns:p14="http://schemas.microsoft.com/office/powerpoint/2010/main" val="8091939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1A515-0B64-468F-8EC8-803E257F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FFFF"/>
                </a:solidFill>
              </a:defRPr>
            </a:defPPr>
            <a:lvl1pPr>
              <a:defRPr sz="3300">
                <a:solidFill>
                  <a:srgbClr val="FFFFFF"/>
                </a:solidFill>
              </a:defRPr>
            </a:lvl1pPr>
            <a:lvl2pPr>
              <a:defRPr sz="3300">
                <a:solidFill>
                  <a:srgbClr val="FFFFFF"/>
                </a:solidFill>
              </a:defRPr>
            </a:lvl2pPr>
            <a:lvl3pPr>
              <a:defRPr sz="3300">
                <a:solidFill>
                  <a:srgbClr val="FFFFFF"/>
                </a:solidFill>
              </a:defRPr>
            </a:lvl3pPr>
            <a:lvl4pPr>
              <a:defRPr sz="3300">
                <a:solidFill>
                  <a:srgbClr val="FFFFFF"/>
                </a:solidFill>
              </a:defRPr>
            </a:lvl4pPr>
            <a:lvl5pPr>
              <a:defRPr sz="3300">
                <a:solidFill>
                  <a:srgbClr val="FFFFFF"/>
                </a:solidFill>
              </a:defRPr>
            </a:lvl5pPr>
            <a:lvl6pPr>
              <a:defRPr sz="3300">
                <a:solidFill>
                  <a:srgbClr val="FFFFFF"/>
                </a:solidFill>
              </a:defRPr>
            </a:lvl6pPr>
            <a:lvl7pPr>
              <a:defRPr sz="3300">
                <a:solidFill>
                  <a:srgbClr val="FFFFFF"/>
                </a:solidFill>
              </a:defRPr>
            </a:lvl7pPr>
            <a:lvl8pPr>
              <a:defRPr sz="3300">
                <a:solidFill>
                  <a:srgbClr val="FFFFFF"/>
                </a:solidFill>
              </a:defRPr>
            </a:lvl8pPr>
            <a:lvl9pPr>
              <a:defRPr sz="330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>
                <a:solidFill>
                  <a:srgbClr val="FFFFFF"/>
                </a:solidFill>
              </a:defRPr>
            </a:pPr>
            <a:r>
              <a:rPr sz="3300">
                <a:solidFill>
                  <a:srgbClr val="FFFFFF"/>
                </a:solidFill>
              </a:rPr>
              <a:t>Small enough to explain honestly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FDC55-40D2-4A64-AD8F-792CE9C0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75E2CE"/>
                </a:solidFill>
              </a:defRPr>
            </a:defPPr>
            <a:lvl1pPr>
              <a:defRPr sz="1725">
                <a:solidFill>
                  <a:srgbClr val="75E2CE"/>
                </a:solidFill>
              </a:defRPr>
            </a:lvl1pPr>
            <a:lvl2pPr>
              <a:defRPr sz="1725">
                <a:solidFill>
                  <a:srgbClr val="75E2CE"/>
                </a:solidFill>
              </a:defRPr>
            </a:lvl2pPr>
            <a:lvl3pPr>
              <a:defRPr sz="1725">
                <a:solidFill>
                  <a:srgbClr val="75E2CE"/>
                </a:solidFill>
              </a:defRPr>
            </a:lvl3pPr>
            <a:lvl4pPr>
              <a:defRPr sz="1725">
                <a:solidFill>
                  <a:srgbClr val="75E2CE"/>
                </a:solidFill>
              </a:defRPr>
            </a:lvl4pPr>
            <a:lvl5pPr>
              <a:defRPr sz="1725">
                <a:solidFill>
                  <a:srgbClr val="75E2CE"/>
                </a:solidFill>
              </a:defRPr>
            </a:lvl5pPr>
            <a:lvl6pPr>
              <a:defRPr sz="1725">
                <a:solidFill>
                  <a:srgbClr val="75E2CE"/>
                </a:solidFill>
              </a:defRPr>
            </a:lvl6pPr>
            <a:lvl7pPr>
              <a:defRPr sz="1725">
                <a:solidFill>
                  <a:srgbClr val="75E2CE"/>
                </a:solidFill>
              </a:defRPr>
            </a:lvl7pPr>
            <a:lvl8pPr>
              <a:defRPr sz="1725">
                <a:solidFill>
                  <a:srgbClr val="75E2CE"/>
                </a:solidFill>
              </a:defRPr>
            </a:lvl8pPr>
            <a:lvl9pPr>
              <a:defRPr sz="1725">
                <a:solidFill>
                  <a:srgbClr val="75E2CE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75E2CE"/>
                </a:solidFill>
              </a:defRPr>
            </a:pPr>
            <a:r>
              <a:rPr sz="1725">
                <a:solidFill>
                  <a:srgbClr val="75E2CE"/>
                </a:solidFill>
              </a:rPr>
              <a:t>Tradeoffs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2EA99-0C62-4F51-8DDF-BDEAD819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D3E0F0"/>
                </a:solidFill>
              </a:defRPr>
            </a:defPPr>
            <a:lvl1pPr>
              <a:defRPr sz="2025">
                <a:solidFill>
                  <a:srgbClr val="D3E0F0"/>
                </a:solidFill>
              </a:defRPr>
            </a:lvl1pPr>
            <a:lvl2pPr>
              <a:defRPr sz="2025">
                <a:solidFill>
                  <a:srgbClr val="D3E0F0"/>
                </a:solidFill>
              </a:defRPr>
            </a:lvl2pPr>
            <a:lvl3pPr>
              <a:defRPr sz="2025">
                <a:solidFill>
                  <a:srgbClr val="D3E0F0"/>
                </a:solidFill>
              </a:defRPr>
            </a:lvl3pPr>
            <a:lvl4pPr>
              <a:defRPr sz="2025">
                <a:solidFill>
                  <a:srgbClr val="D3E0F0"/>
                </a:solidFill>
              </a:defRPr>
            </a:lvl4pPr>
            <a:lvl5pPr>
              <a:defRPr sz="2025">
                <a:solidFill>
                  <a:srgbClr val="D3E0F0"/>
                </a:solidFill>
              </a:defRPr>
            </a:lvl5pPr>
            <a:lvl6pPr>
              <a:defRPr sz="2025">
                <a:solidFill>
                  <a:srgbClr val="D3E0F0"/>
                </a:solidFill>
              </a:defRPr>
            </a:lvl6pPr>
            <a:lvl7pPr>
              <a:defRPr sz="2025">
                <a:solidFill>
                  <a:srgbClr val="D3E0F0"/>
                </a:solidFill>
              </a:defRPr>
            </a:lvl7pPr>
            <a:lvl8pPr>
              <a:defRPr sz="2025">
                <a:solidFill>
                  <a:srgbClr val="D3E0F0"/>
                </a:solidFill>
              </a:defRPr>
            </a:lvl8pPr>
            <a:lvl9pPr>
              <a:defRPr sz="2025">
                <a:solidFill>
                  <a:srgbClr val="D3E0F0"/>
                </a:solidFill>
              </a:defRPr>
            </a:lvl9pPr>
          </a:lstStyle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Flash Lite extracts intent; B needs no model call.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SQLite persists bookings; session checkpoints are in memory.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Local HTTP, synthetic flights, no payments or revocation.</a:t>
            </a:r>
          </a:p>
          <a:p xmlns:a="http://schemas.openxmlformats.org/drawingml/2006/main">
            <a:pPr>
              <a:defRPr sz="2025">
                <a:solidFill>
                  <a:srgbClr val="D3E0F0"/>
                </a:solidFill>
              </a:defRPr>
            </a:pPr>
            <a:r>
              <a:rPr sz="2025">
                <a:solidFill>
                  <a:srgbClr val="D3E0F0"/>
                </a:solidFill>
              </a:rPr>
              <a:t>Next: durable sessions, HTTPS and SDK interoperability tests.</a:t>
            </a:r>
          </a:p>
        </p:txBody>
      </p:sp>
    </p:spTree>
    <p:extLst>
      <p:ext uri="{BB962C8B-B14F-4D97-AF65-F5344CB8AC3E}">
        <p14:creationId xmlns:p14="http://schemas.microsoft.com/office/powerpoint/2010/main" val="1526463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2026-10-30T06:33:15.1470000Z</dcterms:created>
  <dcterms:modified xsi:type="dcterms:W3CDTF">2026-10-30T06:33:15.1480000Z</dcterms:modified>
</coreProperties>
</file>